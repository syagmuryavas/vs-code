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na Yağmur Yavaş" initials="SY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5-08T13:00:28.259" idx="1">
    <p:pos x="4785" y="2069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8.05.2026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4000" dirty="0" err="1" smtClean="0">
                <a:solidFill>
                  <a:srgbClr val="FF0000"/>
                </a:solidFill>
              </a:rPr>
              <a:t>HobbyShop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sz="2000" dirty="0" smtClean="0">
                <a:solidFill>
                  <a:schemeClr val="tx1"/>
                </a:solidFill>
              </a:rPr>
              <a:t>YZB005 – İnternet Programlama </a:t>
            </a:r>
          </a:p>
          <a:p>
            <a:r>
              <a:rPr lang="tr-TR" sz="2000" dirty="0" smtClean="0">
                <a:solidFill>
                  <a:schemeClr val="tx1"/>
                </a:solidFill>
              </a:rPr>
              <a:t>Sena Yağmur Yavaş</a:t>
            </a:r>
          </a:p>
          <a:p>
            <a:r>
              <a:rPr lang="tr-TR" sz="2000" dirty="0" smtClean="0">
                <a:solidFill>
                  <a:schemeClr val="tx1"/>
                </a:solidFill>
              </a:rPr>
              <a:t>20231763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528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Problem Tanımı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tr-TR" dirty="0"/>
              <a:t>• Küçük işletmeler için uygun e-ticaret sistemlerinin yetersiz olması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Ürün ve sipariş işlemlerinin çoğunlukla manuel yürütülmesi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Kullanıcıların ürünlere hızlı erişimde zorluk yaşaması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Sipariş takibi ve yönetim süreçlerinin karmaşık olması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Kullanıcı dostu ve yönetilebilir bir sisteme ihtiyaç duyulması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850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Projenin Amacı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1916832"/>
            <a:ext cx="4850185" cy="3024336"/>
          </a:xfrm>
        </p:spPr>
      </p:pic>
      <p:sp>
        <p:nvSpPr>
          <p:cNvPr id="8" name="İçerik Yer Tutucusu 7"/>
          <p:cNvSpPr>
            <a:spLocks noGrp="1"/>
          </p:cNvSpPr>
          <p:nvPr>
            <p:ph sz="half" idx="1"/>
          </p:nvPr>
        </p:nvSpPr>
        <p:spPr>
          <a:xfrm>
            <a:off x="251520" y="1600200"/>
            <a:ext cx="3744416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dirty="0"/>
              <a:t>• Kullanıcıların ürünleri çevrim içi inceleyebilmesini sağlamak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Ürünlerin sepete eklenebilmesi ve sipariş oluşturulabilmesi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Yönetici için ürün ve sipariş yönetim paneli oluşturmak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Kullanıcı dostu ve modern bir </a:t>
            </a:r>
            <a:r>
              <a:rPr lang="tr-TR" dirty="0" err="1"/>
              <a:t>arayüz</a:t>
            </a:r>
            <a:r>
              <a:rPr lang="tr-TR" dirty="0"/>
              <a:t> geliştirmek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Temel e-ticaret ihtiyaçlarını karşılayan bir sistem oluşturmak</a:t>
            </a:r>
          </a:p>
        </p:txBody>
      </p:sp>
    </p:spTree>
    <p:extLst>
      <p:ext uri="{BB962C8B-B14F-4D97-AF65-F5344CB8AC3E}">
        <p14:creationId xmlns:p14="http://schemas.microsoft.com/office/powerpoint/2010/main" val="340963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Sistem Tasarımı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" name="İçerik Yer Tutucusu 5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dirty="0"/>
              <a:t>Kullanıcı → Web </a:t>
            </a:r>
            <a:r>
              <a:rPr lang="tr-TR" dirty="0" err="1"/>
              <a:t>Arayüzü</a:t>
            </a:r>
            <a:r>
              <a:rPr lang="tr-TR" dirty="0"/>
              <a:t> → ASP.NET </a:t>
            </a:r>
            <a:r>
              <a:rPr lang="tr-TR" dirty="0" err="1"/>
              <a:t>Core</a:t>
            </a:r>
            <a:r>
              <a:rPr lang="tr-TR" dirty="0"/>
              <a:t> MVC → SQL Server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MVC mimarisi kullanılmıştır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Controller yapısı kullanıcı işlemlerini yönetmektedir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View</a:t>
            </a:r>
            <a:r>
              <a:rPr lang="tr-TR" dirty="0"/>
              <a:t> katmanı kullanıcı </a:t>
            </a:r>
            <a:r>
              <a:rPr lang="tr-TR" dirty="0" err="1"/>
              <a:t>arayüzünü</a:t>
            </a:r>
            <a:r>
              <a:rPr lang="tr-TR" dirty="0"/>
              <a:t> oluşturmaktadır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Model katmanı </a:t>
            </a:r>
            <a:r>
              <a:rPr lang="tr-TR" dirty="0" err="1"/>
              <a:t>veritabanı</a:t>
            </a:r>
            <a:r>
              <a:rPr lang="tr-TR" dirty="0"/>
              <a:t> işlemlerini temsil etmektedir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Veriler SQL Server </a:t>
            </a:r>
            <a:r>
              <a:rPr lang="tr-TR" dirty="0" err="1"/>
              <a:t>veritabanında</a:t>
            </a:r>
            <a:r>
              <a:rPr lang="tr-TR" dirty="0"/>
              <a:t> saklanmaktadır</a:t>
            </a:r>
          </a:p>
        </p:txBody>
      </p:sp>
      <p:sp>
        <p:nvSpPr>
          <p:cNvPr id="7" name="İçerik Yer Tutucusu 6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endParaRPr lang="tr-TR" dirty="0"/>
          </a:p>
        </p:txBody>
      </p:sp>
      <p:sp>
        <p:nvSpPr>
          <p:cNvPr id="8" name="Yuvarlatılmış Dikdörtgen 7"/>
          <p:cNvSpPr/>
          <p:nvPr/>
        </p:nvSpPr>
        <p:spPr>
          <a:xfrm>
            <a:off x="5670122" y="1628800"/>
            <a:ext cx="1944216" cy="64807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Kullanıcı</a:t>
            </a:r>
            <a:endParaRPr lang="tr-TR" dirty="0"/>
          </a:p>
        </p:txBody>
      </p:sp>
      <p:sp>
        <p:nvSpPr>
          <p:cNvPr id="9" name="Yuvarlatılmış Dikdörtgen 8"/>
          <p:cNvSpPr/>
          <p:nvPr/>
        </p:nvSpPr>
        <p:spPr>
          <a:xfrm>
            <a:off x="5670122" y="2806989"/>
            <a:ext cx="1944215" cy="694019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Web </a:t>
            </a:r>
            <a:r>
              <a:rPr lang="tr-TR" dirty="0" err="1" smtClean="0"/>
              <a:t>Arayüzü</a:t>
            </a:r>
            <a:endParaRPr lang="tr-TR" dirty="0"/>
          </a:p>
        </p:txBody>
      </p:sp>
      <p:sp>
        <p:nvSpPr>
          <p:cNvPr id="10" name="Yuvarlatılmış Dikdörtgen 9"/>
          <p:cNvSpPr/>
          <p:nvPr/>
        </p:nvSpPr>
        <p:spPr>
          <a:xfrm>
            <a:off x="5670123" y="4077072"/>
            <a:ext cx="1944216" cy="7200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ASP.NET </a:t>
            </a:r>
            <a:r>
              <a:rPr lang="tr-TR" dirty="0" err="1" smtClean="0"/>
              <a:t>Core</a:t>
            </a:r>
            <a:r>
              <a:rPr lang="tr-TR" dirty="0" smtClean="0"/>
              <a:t> MVC</a:t>
            </a:r>
            <a:endParaRPr lang="tr-TR" dirty="0"/>
          </a:p>
        </p:txBody>
      </p:sp>
      <p:sp>
        <p:nvSpPr>
          <p:cNvPr id="11" name="Aşağı Ok 10"/>
          <p:cNvSpPr/>
          <p:nvPr/>
        </p:nvSpPr>
        <p:spPr>
          <a:xfrm>
            <a:off x="6444208" y="2348880"/>
            <a:ext cx="396044" cy="360040"/>
          </a:xfrm>
          <a:prstGeom prst="down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Aşağı Ok 11"/>
          <p:cNvSpPr/>
          <p:nvPr/>
        </p:nvSpPr>
        <p:spPr>
          <a:xfrm>
            <a:off x="6444208" y="3645024"/>
            <a:ext cx="396044" cy="360040"/>
          </a:xfrm>
          <a:prstGeom prst="down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Yuvarlatılmış Dikdörtgen 12"/>
          <p:cNvSpPr/>
          <p:nvPr/>
        </p:nvSpPr>
        <p:spPr>
          <a:xfrm>
            <a:off x="5670123" y="5373216"/>
            <a:ext cx="1944215" cy="648072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smtClean="0"/>
              <a:t>SQL Server</a:t>
            </a:r>
            <a:endParaRPr lang="tr-TR" dirty="0"/>
          </a:p>
        </p:txBody>
      </p:sp>
      <p:sp>
        <p:nvSpPr>
          <p:cNvPr id="14" name="Aşağı Ok 13"/>
          <p:cNvSpPr/>
          <p:nvPr/>
        </p:nvSpPr>
        <p:spPr>
          <a:xfrm>
            <a:off x="6444208" y="4921013"/>
            <a:ext cx="396044" cy="360040"/>
          </a:xfrm>
          <a:prstGeom prst="down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94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Veri Tabanı Tasarımı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tr-TR" dirty="0"/>
              <a:t>Kullanılan Temel Tablolar: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Users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Products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Categories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Orders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OrderDetails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 smtClean="0"/>
              <a:t>Tablolar </a:t>
            </a:r>
            <a:r>
              <a:rPr lang="tr-TR" dirty="0"/>
              <a:t>arasında ilişkisel </a:t>
            </a:r>
            <a:r>
              <a:rPr lang="tr-TR" dirty="0" err="1"/>
              <a:t>veritabanı</a:t>
            </a:r>
            <a:r>
              <a:rPr lang="tr-TR" dirty="0"/>
              <a:t> yapısı kullanılmıştır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smtClean="0"/>
              <a:t>Veriler </a:t>
            </a:r>
            <a:r>
              <a:rPr lang="tr-TR" dirty="0"/>
              <a:t>SQL Server üzerinde saklanmaktadır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tr-TR" dirty="0"/>
          </a:p>
        </p:txBody>
      </p:sp>
      <p:sp>
        <p:nvSpPr>
          <p:cNvPr id="5" name="Yuvarlatılmış Dikdörtgen 4"/>
          <p:cNvSpPr/>
          <p:nvPr/>
        </p:nvSpPr>
        <p:spPr>
          <a:xfrm>
            <a:off x="5753614" y="1628800"/>
            <a:ext cx="1814180" cy="5760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Users</a:t>
            </a:r>
            <a:endParaRPr lang="tr-TR" dirty="0"/>
          </a:p>
        </p:txBody>
      </p:sp>
      <p:sp>
        <p:nvSpPr>
          <p:cNvPr id="6" name="Yuvarlatılmış Dikdörtgen 5"/>
          <p:cNvSpPr/>
          <p:nvPr/>
        </p:nvSpPr>
        <p:spPr>
          <a:xfrm>
            <a:off x="5775167" y="2564904"/>
            <a:ext cx="1792627" cy="59309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Orders</a:t>
            </a:r>
            <a:endParaRPr lang="tr-TR" dirty="0"/>
          </a:p>
        </p:txBody>
      </p:sp>
      <p:sp>
        <p:nvSpPr>
          <p:cNvPr id="7" name="Yuvarlatılmış Dikdörtgen 6"/>
          <p:cNvSpPr/>
          <p:nvPr/>
        </p:nvSpPr>
        <p:spPr>
          <a:xfrm>
            <a:off x="5785942" y="3573016"/>
            <a:ext cx="1814180" cy="6467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OrderDetails</a:t>
            </a:r>
            <a:endParaRPr lang="tr-TR" dirty="0"/>
          </a:p>
        </p:txBody>
      </p:sp>
      <p:sp>
        <p:nvSpPr>
          <p:cNvPr id="8" name="Yuvarlatılmış Dikdörtgen 7"/>
          <p:cNvSpPr/>
          <p:nvPr/>
        </p:nvSpPr>
        <p:spPr>
          <a:xfrm>
            <a:off x="5785942" y="4581128"/>
            <a:ext cx="1814180" cy="57606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Products</a:t>
            </a:r>
            <a:endParaRPr lang="tr-TR" dirty="0"/>
          </a:p>
        </p:txBody>
      </p:sp>
      <p:sp>
        <p:nvSpPr>
          <p:cNvPr id="9" name="Yuvarlatılmış Dikdörtgen 8"/>
          <p:cNvSpPr/>
          <p:nvPr/>
        </p:nvSpPr>
        <p:spPr>
          <a:xfrm>
            <a:off x="5775167" y="5517232"/>
            <a:ext cx="1814180" cy="57606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 err="1" smtClean="0"/>
              <a:t>Categories</a:t>
            </a:r>
            <a:endParaRPr lang="tr-TR" dirty="0"/>
          </a:p>
        </p:txBody>
      </p:sp>
      <p:sp>
        <p:nvSpPr>
          <p:cNvPr id="10" name="Aşağı Ok 9"/>
          <p:cNvSpPr/>
          <p:nvPr/>
        </p:nvSpPr>
        <p:spPr>
          <a:xfrm>
            <a:off x="6480684" y="2276872"/>
            <a:ext cx="360040" cy="288032"/>
          </a:xfrm>
          <a:prstGeom prst="down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Aşağı Ok 10"/>
          <p:cNvSpPr/>
          <p:nvPr/>
        </p:nvSpPr>
        <p:spPr>
          <a:xfrm>
            <a:off x="6480684" y="3244485"/>
            <a:ext cx="360040" cy="288032"/>
          </a:xfrm>
          <a:prstGeom prst="down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Yukarı Ok 11"/>
          <p:cNvSpPr/>
          <p:nvPr/>
        </p:nvSpPr>
        <p:spPr>
          <a:xfrm>
            <a:off x="6513248" y="4244472"/>
            <a:ext cx="359568" cy="288032"/>
          </a:xfrm>
          <a:prstGeom prst="up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Yukarı Ok 12"/>
          <p:cNvSpPr/>
          <p:nvPr/>
        </p:nvSpPr>
        <p:spPr>
          <a:xfrm>
            <a:off x="6513248" y="5229200"/>
            <a:ext cx="359568" cy="288032"/>
          </a:xfrm>
          <a:prstGeom prst="up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192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Kullanılan Teknolojiler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Projede Kullanılan Teknolojiler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ASP.NET </a:t>
            </a:r>
            <a:r>
              <a:rPr lang="tr-TR" dirty="0" err="1"/>
              <a:t>Core</a:t>
            </a:r>
            <a:r>
              <a:rPr lang="tr-TR" dirty="0"/>
              <a:t> MVC</a:t>
            </a:r>
          </a:p>
          <a:p>
            <a:pPr marL="0" indent="0">
              <a:buNone/>
            </a:pPr>
            <a:r>
              <a:rPr lang="tr-TR" dirty="0"/>
              <a:t>• C#</a:t>
            </a:r>
          </a:p>
          <a:p>
            <a:pPr marL="0" indent="0">
              <a:buNone/>
            </a:pPr>
            <a:r>
              <a:rPr lang="tr-TR" dirty="0"/>
              <a:t>• SQL Server</a:t>
            </a:r>
          </a:p>
          <a:p>
            <a:pPr marL="0" indent="0">
              <a:buNone/>
            </a:pPr>
            <a:r>
              <a:rPr lang="tr-TR" dirty="0"/>
              <a:t>• HTML</a:t>
            </a:r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smtClean="0"/>
              <a:t>CSS</a:t>
            </a:r>
          </a:p>
          <a:p>
            <a:pPr marL="0" indent="0">
              <a:buNone/>
            </a:pPr>
            <a:r>
              <a:rPr lang="tr-TR" dirty="0" smtClean="0"/>
              <a:t>• </a:t>
            </a:r>
            <a:r>
              <a:rPr lang="tr-TR" dirty="0"/>
              <a:t>Visual </a:t>
            </a:r>
            <a:r>
              <a:rPr lang="tr-TR" dirty="0" err="1"/>
              <a:t>Studio</a:t>
            </a:r>
            <a:endParaRPr lang="tr-TR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611" y="1628800"/>
            <a:ext cx="1230581" cy="1322664"/>
          </a:xfr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72" y="3078847"/>
            <a:ext cx="2550212" cy="135826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1412776"/>
            <a:ext cx="1872208" cy="187220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638" y="4722031"/>
            <a:ext cx="1462570" cy="146257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98" y="4437112"/>
            <a:ext cx="201622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0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80120"/>
          </a:xfrm>
        </p:spPr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Kullanıcı Özellikleri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10744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b="1" dirty="0"/>
              <a:t>Kullanıcı İşlemleri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Kullanıcı kayıt olma ve giriş yapma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Ürünleri kategori bazlı görüntüleme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Ürün detaylarını inceleme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Ürünleri sepete ekleme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Sipariş oluşturma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Sipariş geçmişini görüntüleme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59" y="1268760"/>
            <a:ext cx="3292202" cy="1656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040768"/>
            <a:ext cx="3260456" cy="19442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608" y="5085184"/>
            <a:ext cx="3260456" cy="14991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535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Yönetici Paneli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tr-TR" b="1" dirty="0"/>
              <a:t>Yönetici İşlemleri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Ürün ekleme, güncelleme ve silme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Kategori yönetimi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Siparişleri görüntüleme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Sipariş durumlarını güncelleme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Yönetim paneli üzerinden sistem kontrolü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00808"/>
            <a:ext cx="4392488" cy="19442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33056"/>
            <a:ext cx="4333083" cy="2088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288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FF0000"/>
                </a:solidFill>
              </a:rPr>
              <a:t>Arayüz</a:t>
            </a:r>
            <a:r>
              <a:rPr lang="tr-TR" dirty="0" smtClean="0">
                <a:solidFill>
                  <a:srgbClr val="FF0000"/>
                </a:solidFill>
              </a:rPr>
              <a:t> Tasarımı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b="1" dirty="0" err="1"/>
              <a:t>Arayüz</a:t>
            </a:r>
            <a:r>
              <a:rPr lang="tr-TR" b="1" dirty="0"/>
              <a:t> Tasarımı Özellikleri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Modern ve kullanıcı dostu tasarım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Sidebar</a:t>
            </a:r>
            <a:r>
              <a:rPr lang="tr-TR" dirty="0"/>
              <a:t> menü yapısı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Kart tabanlı ürün gösterimi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Hover</a:t>
            </a:r>
            <a:r>
              <a:rPr lang="tr-TR" dirty="0"/>
              <a:t> efektleri ve modern butonlar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Düzenli ve erişilebilir sayfa yapısı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Responsive</a:t>
            </a:r>
            <a:r>
              <a:rPr lang="tr-TR" dirty="0"/>
              <a:t> tasarıma yakın yapı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44824"/>
            <a:ext cx="4038600" cy="20316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005064"/>
            <a:ext cx="4034248" cy="19442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494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Güvenlik ve Yetkilendirme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7484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dirty="0"/>
              <a:t>Güvenlik ve Yetkilendirme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Kullanıcı giriş sistemi uygulanmıştır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</a:t>
            </a:r>
            <a:r>
              <a:rPr lang="tr-TR" dirty="0" err="1"/>
              <a:t>Session</a:t>
            </a:r>
            <a:r>
              <a:rPr lang="tr-TR" dirty="0"/>
              <a:t> yapısı ile oturum yönetimi sağlanmıştır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Giriş yapılmadan bazı sayfalara erişim engellenmiştir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Yönetici işlemleri yetkilendirme ile sınırlandırılmıştır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SQL sorgularında parametre kullanımı tercih edilmiştir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412776"/>
            <a:ext cx="2376264" cy="2376264"/>
          </a:xfr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3789040"/>
            <a:ext cx="208823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1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FF0000"/>
                </a:solidFill>
              </a:rPr>
              <a:t>Gelecekte Planlanan Geliştirmeler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tr-TR" dirty="0"/>
              <a:t>Gelecekte Planlanan Geliştirmeler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Online ödeme sistemi entegrasyonu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Kargo takip sistemi eklenmesi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• Ürün arama ve filtreleme sisteminin geliştirilmesi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Favorilere ekleme özelliği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• Gelişmiş güvenlik ve kullanıcı doğrulama sistemleri</a:t>
            </a:r>
          </a:p>
        </p:txBody>
      </p:sp>
    </p:spTree>
    <p:extLst>
      <p:ext uri="{BB962C8B-B14F-4D97-AF65-F5344CB8AC3E}">
        <p14:creationId xmlns:p14="http://schemas.microsoft.com/office/powerpoint/2010/main" val="414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4000" dirty="0" smtClean="0"/>
              <a:t>TEŞEKKÜRLER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86735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366</Words>
  <Application>Microsoft Office PowerPoint</Application>
  <PresentationFormat>Ekran Gösterisi (4:3)</PresentationFormat>
  <Paragraphs>131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Ofis Teması</vt:lpstr>
      <vt:lpstr>HobbyShop</vt:lpstr>
      <vt:lpstr>Problem Tanımı</vt:lpstr>
      <vt:lpstr>Projenin Amacı</vt:lpstr>
      <vt:lpstr>Sistem Tasarımı</vt:lpstr>
      <vt:lpstr>Veri Tabanı Tasarımı</vt:lpstr>
      <vt:lpstr>Kullanılan Teknolojiler</vt:lpstr>
      <vt:lpstr>Kullanıcı Özellikleri</vt:lpstr>
      <vt:lpstr>Yönetici Paneli</vt:lpstr>
      <vt:lpstr>Arayüz Tasarımı</vt:lpstr>
      <vt:lpstr>Güvenlik ve Yetkilendirme</vt:lpstr>
      <vt:lpstr>Gelecekte Planlanan Geliştirmeler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HobbyShop</dc:title>
  <dc:creator>Sena Yağmur Yavaş</dc:creator>
  <cp:lastModifiedBy>Sena Yağmur Yavaş</cp:lastModifiedBy>
  <cp:revision>10</cp:revision>
  <dcterms:created xsi:type="dcterms:W3CDTF">2026-05-07T20:47:11Z</dcterms:created>
  <dcterms:modified xsi:type="dcterms:W3CDTF">2026-05-08T11:04:12Z</dcterms:modified>
</cp:coreProperties>
</file>